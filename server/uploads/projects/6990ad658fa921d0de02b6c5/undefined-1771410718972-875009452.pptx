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Year Project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Lightweight Presentation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using MERN Stack</a:t>
            </a:r>
          </a:p>
          <a:p>
            <a:r>
              <a:t>• Student &amp; Supervisor Management</a:t>
            </a:r>
          </a:p>
          <a:p>
            <a:r>
              <a:t>• Proposal Submission</a:t>
            </a:r>
          </a:p>
          <a:p>
            <a:r>
              <a:t>• File Upload &amp; Tracking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